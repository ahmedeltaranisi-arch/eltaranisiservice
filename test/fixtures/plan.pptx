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D2A57"/>
                </a:solidFill>
              </a:rPr>
              <a:t>خطة العمل 2026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445566"/>
                </a:solidFill>
              </a:rPr>
              <a:t>نمو مستدام بجودة عالية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4572000" cy="1828800"/>
          </a:xfrm>
          <a:prstGeom prst="rect">
            <a:avLst/>
          </a:prstGeom>
          <a:solidFill>
            <a:srgbClr val="C7C3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الأهداف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11111"/>
                </a:solidFill>
              </a:rPr>
              <a:t>شكراً لكم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2026-10-28T09:46:15Z</dcterms:created>
  <dcterms:modified xsi:type="dcterms:W3CDTF">2026-10-28T09:46:15Z</dcterms:modified>
</cp:coreProperties>
</file>